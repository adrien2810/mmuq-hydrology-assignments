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AC4247-0AD1-8DBA-A4EC-3E2CC9F62D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C9B667A-DA75-389F-A960-A3A6050541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D4C8933-B68A-66FE-A8AB-2D8FCF730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3B42-B985-402D-AC1E-ACABD10E0F51}" type="datetimeFigureOut">
              <a:rPr lang="de-DE" smtClean="0"/>
              <a:t>06.11.2025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80F9EB-0BB4-0442-3EB5-52E3A54A8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29BEB8-1B07-5ECD-14F5-F2A0A0D20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18F7A-78D6-47AC-8AB1-69CFB71B29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6220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16EEE1-1B45-008E-603C-BABF683C6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418D5A-C4E5-4EAF-5EBA-BBC967159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C4DFF4-ED6C-2960-CDF0-CC4FF2BB0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3B42-B985-402D-AC1E-ACABD10E0F51}" type="datetimeFigureOut">
              <a:rPr lang="de-DE" smtClean="0"/>
              <a:t>06.11.2025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FF9EF1-53B0-91D0-8A46-BD9A37952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DAE568-2F79-4601-2DA2-116244DE8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18F7A-78D6-47AC-8AB1-69CFB71B29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8083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509913-43E8-CD5F-B291-26856871C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6359062-49A7-A7C1-19AD-294518C63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2251271-4BA4-0432-9E40-A2E3AC9D6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3B42-B985-402D-AC1E-ACABD10E0F51}" type="datetimeFigureOut">
              <a:rPr lang="de-DE" smtClean="0"/>
              <a:t>06.11.2025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616564E-D934-AEE5-9D7C-47D0ED7A0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6090701-93E7-8B77-5331-21C416A50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18F7A-78D6-47AC-8AB1-69CFB71B29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5931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F0A50F-C867-D15D-F992-539652E81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AEB1EA6-58A1-F9DF-987F-6600084701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35697F5-24A4-CDC2-E9B3-F45AFBA0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422E55F-C421-3857-2751-BEDAB784D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3B42-B985-402D-AC1E-ACABD10E0F51}" type="datetimeFigureOut">
              <a:rPr lang="de-DE" smtClean="0"/>
              <a:t>06.11.2025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E04A292-09A2-DD1F-DB3C-6D5AE5E6D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521A71C-464C-B2B6-66C7-A433B87C3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18F7A-78D6-47AC-8AB1-69CFB71B29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051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4C6335-D0BF-81B4-07F6-11DA45F00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B925EB8-6702-E12A-D736-50964EB72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CC72F7E-102A-FAA2-C51B-B95655E53A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466A71F-049A-B2EB-783A-EE27DDED4F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60FA72D-45F8-7380-2382-E0E0B8605F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9653EEA-D555-1795-6A7B-422A59F75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3B42-B985-402D-AC1E-ACABD10E0F51}" type="datetimeFigureOut">
              <a:rPr lang="de-DE" smtClean="0"/>
              <a:t>06.11.2025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EA27CD1-1CA0-4E10-3D05-A5D06880E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B4143B0-0B8C-487C-92DB-36BA2EDD7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18F7A-78D6-47AC-8AB1-69CFB71B29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189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6870C0-5EBF-0B0F-BC37-1AE1ACA27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BD3CEFE-57FA-55AD-9434-E5059C2CB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3B42-B985-402D-AC1E-ACABD10E0F51}" type="datetimeFigureOut">
              <a:rPr lang="de-DE" smtClean="0"/>
              <a:t>06.11.2025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42C9A04-D10B-6402-58C5-91E3380B6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EDDC96B-EBCC-043B-3CED-E29E13D5F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18F7A-78D6-47AC-8AB1-69CFB71B29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3418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D0219E2-C49A-903E-42D7-653FB805F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3B42-B985-402D-AC1E-ACABD10E0F51}" type="datetimeFigureOut">
              <a:rPr lang="de-DE" smtClean="0"/>
              <a:t>06.11.2025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DEC34EB-54A4-7175-4025-9D86B8E2C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307EB2-1D8B-5DB3-9183-CDA7743A1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18F7A-78D6-47AC-8AB1-69CFB71B29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9930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B466B3-B959-188D-B695-D9CB51107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F3344F-7121-737C-0335-16FE7E0DE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29B4D34-0A48-3EEE-8AB9-1A09D7990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C15C38D-8D09-49BA-603A-4CD185A71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3B42-B985-402D-AC1E-ACABD10E0F51}" type="datetimeFigureOut">
              <a:rPr lang="de-DE" smtClean="0"/>
              <a:t>06.11.2025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CABFB63-E003-A6F3-FE46-98518C460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46FD88D-7AF7-9134-FC70-3D40603CF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18F7A-78D6-47AC-8AB1-69CFB71B29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9444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9B23BC-1886-B1E1-74BA-B4850A6FB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B8FF59B-FE5F-FE8A-9E73-E19C79DC42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824CFBA-65E7-064E-065D-3BDAF74C12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B303682-8035-502E-E98B-B2912C7A9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3B42-B985-402D-AC1E-ACABD10E0F51}" type="datetimeFigureOut">
              <a:rPr lang="de-DE" smtClean="0"/>
              <a:t>06.11.2025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2C03464-B2CF-B111-D9A5-5D7DCBD50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B823731-0958-B9A9-FDAC-881B4E65B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18F7A-78D6-47AC-8AB1-69CFB71B29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0606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772B11-41F4-AEFF-C81B-FAC48FEF7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F24176D-8AE6-B931-79FF-04E240589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C6EEC1-6FFD-248A-6DA6-E67281B2E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3B42-B985-402D-AC1E-ACABD10E0F51}" type="datetimeFigureOut">
              <a:rPr lang="de-DE" smtClean="0"/>
              <a:t>06.11.2025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D0D283-17AE-E743-0438-08B2A809A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2ED2F11-0369-2FEE-09E2-B1BD9CAB3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18F7A-78D6-47AC-8AB1-69CFB71B29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7803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F65A70E-2477-EA81-FEEB-91B3A87FF5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761CD24-DB1B-4D41-2480-9B77D67A28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6BD80D-ABE2-ACB0-6082-7A298A26C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3B42-B985-402D-AC1E-ACABD10E0F51}" type="datetimeFigureOut">
              <a:rPr lang="de-DE" smtClean="0"/>
              <a:t>06.11.2025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365D24-9DE4-79DF-37A5-885E2D79A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468D1D2-3438-F0F0-CF61-0969169B7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18F7A-78D6-47AC-8AB1-69CFB71B29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7468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742C47C-2C8D-4F53-A241-BD44B40FE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6059B8D-4E76-2ECD-850A-261C928F7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6850B92-B7F3-B4BD-984E-6F811D198F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E3B42-B985-402D-AC1E-ACABD10E0F51}" type="datetimeFigureOut">
              <a:rPr lang="de-DE" smtClean="0"/>
              <a:t>06.11.2025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11EB07-1BE6-1F1A-6CC8-23DAE44F07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0DD04F-65B9-5142-4D5A-80D0A60227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918F7A-78D6-47AC-8AB1-69CFB71B29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6714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3D895D-04EE-9BB7-DA9E-2452D8985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u="sng" dirty="0"/>
              <a:t>Snow </a:t>
            </a:r>
            <a:r>
              <a:rPr lang="de-DE" u="sng" dirty="0" err="1"/>
              <a:t>module</a:t>
            </a:r>
            <a:r>
              <a:rPr lang="de-DE" u="sng" dirty="0"/>
              <a:t> off – </a:t>
            </a:r>
            <a:r>
              <a:rPr lang="de-DE" u="sng" dirty="0" err="1"/>
              <a:t>optimization</a:t>
            </a:r>
            <a:r>
              <a:rPr lang="de-DE" u="sng" dirty="0"/>
              <a:t> Part 1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D25BCE4B-521A-3E37-A3C1-31A03B7C963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559" y="1690688"/>
            <a:ext cx="5826985" cy="2868821"/>
          </a:xfrm>
        </p:spPr>
      </p:pic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55ED187-A535-4005-5DFF-8AB963F6D0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2076" y="1813072"/>
            <a:ext cx="4348113" cy="4376443"/>
          </a:xfrm>
        </p:spPr>
        <p:txBody>
          <a:bodyPr>
            <a:normAutofit/>
          </a:bodyPr>
          <a:lstStyle/>
          <a:p>
            <a:r>
              <a:rPr lang="de-DE" sz="1800" dirty="0" err="1"/>
              <a:t>We</a:t>
            </a:r>
            <a:r>
              <a:rPr lang="de-DE" sz="1800" dirty="0"/>
              <a:t> </a:t>
            </a:r>
            <a:r>
              <a:rPr lang="de-DE" sz="1800" dirty="0" err="1"/>
              <a:t>set</a:t>
            </a:r>
            <a:r>
              <a:rPr lang="de-DE" sz="1800" dirty="0"/>
              <a:t> TT = -100°C</a:t>
            </a:r>
          </a:p>
          <a:p>
            <a:r>
              <a:rPr lang="de-DE" sz="1800" dirty="0" err="1"/>
              <a:t>We</a:t>
            </a:r>
            <a:r>
              <a:rPr lang="de-DE" sz="1800" dirty="0"/>
              <a:t> </a:t>
            </a:r>
            <a:r>
              <a:rPr lang="de-DE" sz="1800" dirty="0" err="1"/>
              <a:t>set</a:t>
            </a:r>
            <a:r>
              <a:rPr lang="de-DE" sz="1800" dirty="0"/>
              <a:t> AMF = PMF = 0</a:t>
            </a:r>
          </a:p>
          <a:p>
            <a:r>
              <a:rPr lang="de-DE" sz="1800" dirty="0" err="1"/>
              <a:t>Adapt</a:t>
            </a:r>
            <a:r>
              <a:rPr lang="de-DE" sz="1800" dirty="0"/>
              <a:t> </a:t>
            </a:r>
            <a:r>
              <a:rPr lang="de-DE" sz="1800" dirty="0" err="1"/>
              <a:t>bounds</a:t>
            </a:r>
            <a:r>
              <a:rPr lang="de-DE" sz="1800" dirty="0"/>
              <a:t> and </a:t>
            </a:r>
            <a:r>
              <a:rPr lang="de-DE" sz="1800" dirty="0" err="1"/>
              <a:t>run</a:t>
            </a:r>
            <a:r>
              <a:rPr lang="de-DE" sz="1800" dirty="0"/>
              <a:t> </a:t>
            </a:r>
            <a:r>
              <a:rPr lang="de-DE" sz="1800" dirty="0" err="1"/>
              <a:t>optimization</a:t>
            </a:r>
            <a:endParaRPr lang="de-DE" sz="18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1645A2B-1209-CCAE-6CDE-B31F0BA56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076" y="2900602"/>
            <a:ext cx="4663101" cy="567033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30FDDAE4-7C66-0D36-DF3C-35CA44B1EC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076" y="4319619"/>
            <a:ext cx="3330019" cy="508955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4E781BC0-3ED2-9B71-804B-8754385F26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2076" y="3519585"/>
            <a:ext cx="2204194" cy="289203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3C7B4EE7-75D6-7FFD-04D0-9754AB71A0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2076" y="3852803"/>
            <a:ext cx="3162472" cy="443993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067D355F-F45C-97CC-8451-3C77DF055F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2777" y="1690687"/>
            <a:ext cx="5826985" cy="2868822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ADACA247-8B35-FBB3-8085-277B180986B8}"/>
              </a:ext>
            </a:extLst>
          </p:cNvPr>
          <p:cNvSpPr txBox="1"/>
          <p:nvPr/>
        </p:nvSpPr>
        <p:spPr>
          <a:xfrm>
            <a:off x="1778951" y="4490020"/>
            <a:ext cx="34030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err="1"/>
              <a:t>Simulated</a:t>
            </a:r>
            <a:r>
              <a:rPr lang="de-DE" sz="1600" dirty="0"/>
              <a:t> </a:t>
            </a:r>
            <a:r>
              <a:rPr lang="de-DE" sz="1600" dirty="0" err="1"/>
              <a:t>Discharge</a:t>
            </a:r>
            <a:r>
              <a:rPr lang="de-DE" sz="1600" dirty="0"/>
              <a:t> – </a:t>
            </a:r>
            <a:r>
              <a:rPr lang="de-DE" sz="1600" dirty="0" err="1"/>
              <a:t>snow</a:t>
            </a:r>
            <a:r>
              <a:rPr lang="de-DE" sz="1600" dirty="0"/>
              <a:t> </a:t>
            </a:r>
            <a:r>
              <a:rPr lang="de-DE" sz="1600" dirty="0" err="1"/>
              <a:t>modul</a:t>
            </a:r>
            <a:r>
              <a:rPr lang="de-DE" sz="1600" dirty="0"/>
              <a:t> off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26F3B023-6BE7-6EF5-58AF-67DE27867544}"/>
              </a:ext>
            </a:extLst>
          </p:cNvPr>
          <p:cNvSpPr txBox="1"/>
          <p:nvPr/>
        </p:nvSpPr>
        <p:spPr>
          <a:xfrm>
            <a:off x="7699769" y="4460895"/>
            <a:ext cx="34030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err="1"/>
              <a:t>Simulated</a:t>
            </a:r>
            <a:r>
              <a:rPr lang="de-DE" sz="1600" dirty="0"/>
              <a:t> </a:t>
            </a:r>
            <a:r>
              <a:rPr lang="de-DE" sz="1600" dirty="0" err="1"/>
              <a:t>Discharge</a:t>
            </a:r>
            <a:r>
              <a:rPr lang="de-DE" sz="1600" dirty="0"/>
              <a:t> – all </a:t>
            </a:r>
            <a:r>
              <a:rPr lang="de-DE" sz="1600" dirty="0" err="1"/>
              <a:t>modules</a:t>
            </a:r>
            <a:r>
              <a:rPr lang="de-DE" sz="1600" dirty="0"/>
              <a:t> on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BD617E89-7864-A637-51FF-2943DC2EC7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0463" y="4973536"/>
            <a:ext cx="2781688" cy="707022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49276609-8D96-BCE9-DDB3-0A5BDBE029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74006" y="4931819"/>
            <a:ext cx="2603347" cy="790455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F01F847E-B262-6E76-190C-84A9E0967B4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90329" y="1903088"/>
            <a:ext cx="2251866" cy="268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279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19" grpId="0"/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BA7FB2-AACC-1596-C40E-B91BF175E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u="sng" dirty="0"/>
              <a:t>Snow </a:t>
            </a:r>
            <a:r>
              <a:rPr lang="de-DE" u="sng" dirty="0" err="1"/>
              <a:t>module</a:t>
            </a:r>
            <a:r>
              <a:rPr lang="de-DE" u="sng" dirty="0"/>
              <a:t> off – </a:t>
            </a:r>
            <a:r>
              <a:rPr lang="de-DE" u="sng" dirty="0" err="1"/>
              <a:t>optimization</a:t>
            </a:r>
            <a:r>
              <a:rPr lang="de-DE" u="sng" dirty="0"/>
              <a:t> Part 2</a:t>
            </a:r>
            <a:endParaRPr lang="de-DE" dirty="0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4C8F16E9-0155-4D3C-DD47-14DF3F6D6E7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100" y="2049062"/>
            <a:ext cx="5605701" cy="2759875"/>
          </a:xfrm>
        </p:spPr>
      </p:pic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C07EF28D-BEFA-FF7F-BAE6-2316F09F6BA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742" y="2049062"/>
            <a:ext cx="4932058" cy="2904770"/>
          </a:xfr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68874E37-F1A0-142A-D271-CE6FA95A63F7}"/>
              </a:ext>
            </a:extLst>
          </p:cNvPr>
          <p:cNvSpPr txBox="1"/>
          <p:nvPr/>
        </p:nvSpPr>
        <p:spPr>
          <a:xfrm>
            <a:off x="1008668" y="4953832"/>
            <a:ext cx="44683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Schenkenau</a:t>
            </a:r>
            <a:r>
              <a:rPr lang="de-DE" dirty="0"/>
              <a:t> in Bavaria -&gt;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expect</a:t>
            </a:r>
            <a:r>
              <a:rPr lang="de-DE" dirty="0"/>
              <a:t> </a:t>
            </a:r>
            <a:r>
              <a:rPr lang="de-DE" dirty="0" err="1"/>
              <a:t>melt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Less</a:t>
            </a:r>
            <a:r>
              <a:rPr lang="de-DE" dirty="0"/>
              <a:t> </a:t>
            </a:r>
            <a:r>
              <a:rPr lang="de-DE" dirty="0" err="1"/>
              <a:t>peaky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melt</a:t>
            </a:r>
            <a:r>
              <a:rPr lang="de-DE" dirty="0"/>
              <a:t> </a:t>
            </a:r>
            <a:r>
              <a:rPr lang="de-DE" dirty="0" err="1"/>
              <a:t>implies</a:t>
            </a:r>
            <a:r>
              <a:rPr lang="de-DE" dirty="0"/>
              <a:t> </a:t>
            </a:r>
            <a:r>
              <a:rPr lang="de-DE" dirty="0" err="1"/>
              <a:t>higher</a:t>
            </a:r>
            <a:r>
              <a:rPr lang="de-DE" dirty="0"/>
              <a:t> </a:t>
            </a:r>
            <a:r>
              <a:rPr lang="de-DE" dirty="0" err="1"/>
              <a:t>runoff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Interesting</a:t>
            </a:r>
            <a:r>
              <a:rPr lang="de-DE" dirty="0"/>
              <a:t> </a:t>
            </a:r>
            <a:r>
              <a:rPr lang="de-DE" dirty="0" err="1"/>
              <a:t>behavior</a:t>
            </a:r>
            <a:r>
              <a:rPr lang="de-DE" dirty="0"/>
              <a:t> (</a:t>
            </a:r>
            <a:r>
              <a:rPr lang="de-DE" dirty="0" err="1"/>
              <a:t>snow</a:t>
            </a:r>
            <a:r>
              <a:rPr lang="de-DE" dirty="0"/>
              <a:t> </a:t>
            </a:r>
            <a:r>
              <a:rPr lang="de-DE" dirty="0" err="1"/>
              <a:t>then</a:t>
            </a:r>
            <a:r>
              <a:rPr lang="de-DE" dirty="0"/>
              <a:t>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snow</a:t>
            </a:r>
            <a:r>
              <a:rPr lang="de-DE" dirty="0"/>
              <a:t> at fast </a:t>
            </a:r>
            <a:r>
              <a:rPr lang="de-DE" dirty="0" err="1"/>
              <a:t>melt</a:t>
            </a:r>
            <a:r>
              <a:rPr lang="de-DE" dirty="0"/>
              <a:t>)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84233D91-B488-AE25-5A99-8FB0ACEB11C5}"/>
              </a:ext>
            </a:extLst>
          </p:cNvPr>
          <p:cNvSpPr/>
          <p:nvPr/>
        </p:nvSpPr>
        <p:spPr>
          <a:xfrm>
            <a:off x="2384982" y="3047651"/>
            <a:ext cx="1131216" cy="76269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90234DC-7199-1E4A-F88F-A5AFBB7AC430}"/>
              </a:ext>
            </a:extLst>
          </p:cNvPr>
          <p:cNvSpPr txBox="1"/>
          <p:nvPr/>
        </p:nvSpPr>
        <p:spPr>
          <a:xfrm>
            <a:off x="6715029" y="4953831"/>
            <a:ext cx="44683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High OFV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Poor </a:t>
            </a:r>
            <a:r>
              <a:rPr lang="de-DE" dirty="0" err="1"/>
              <a:t>convergence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Conclusion</a:t>
            </a:r>
            <a:r>
              <a:rPr lang="de-DE" dirty="0"/>
              <a:t>: Snow </a:t>
            </a:r>
            <a:r>
              <a:rPr lang="de-DE" dirty="0" err="1"/>
              <a:t>module</a:t>
            </a:r>
            <a:r>
              <a:rPr lang="de-DE" dirty="0"/>
              <a:t> relevant</a:t>
            </a:r>
          </a:p>
        </p:txBody>
      </p:sp>
    </p:spTree>
    <p:extLst>
      <p:ext uri="{BB962C8B-B14F-4D97-AF65-F5344CB8AC3E}">
        <p14:creationId xmlns:p14="http://schemas.microsoft.com/office/powerpoint/2010/main" val="3721308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1" grpId="0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</Words>
  <Application>Microsoft Office PowerPoint</Application>
  <PresentationFormat>Breitbild</PresentationFormat>
  <Paragraphs>13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</vt:lpstr>
      <vt:lpstr>Snow module off – optimization Part 1</vt:lpstr>
      <vt:lpstr>Snow module off – optimization Part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Adrien Thébault</dc:creator>
  <cp:lastModifiedBy>Adrien Thébault</cp:lastModifiedBy>
  <cp:revision>1</cp:revision>
  <dcterms:created xsi:type="dcterms:W3CDTF">2025-11-06T19:43:29Z</dcterms:created>
  <dcterms:modified xsi:type="dcterms:W3CDTF">2025-11-06T19:43:50Z</dcterms:modified>
</cp:coreProperties>
</file>