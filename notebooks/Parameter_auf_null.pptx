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C4D9C7-617F-A6A3-1FC1-5C5B466FB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165F732-0631-2E2F-3FDA-62B7ED765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2F38C-C24E-4DBF-AC20-964C5FF07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B40AD5-6F1C-A2A1-DBFF-1187BC08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0BF0EC-5CBB-6B71-B8C0-A436FF7B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49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FEB6F-7283-6700-BAED-0B82A655E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7DB1B1-C302-C807-D062-918FEEAD3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2F0CA7-1087-FE57-F011-028B76849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361D6C-62AF-EFC5-9EE0-F55938307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0B978E-2EC4-E156-0CE2-C572062E4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062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8E95B3-2864-6F5F-9F2E-5E1FC11D2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EEED17-D04C-098F-613C-5672C3670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4B51DB-050C-3AD9-3D08-1C4043518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A72E40-E617-3DFF-DBAE-98C47BB0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527581-015E-A320-30D5-16B65F2A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62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6C25FA-7538-ECD1-290A-1CEE9CA1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B59DB8-62EB-84D1-DEA1-D09E8C213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63AD54-F728-A009-64CF-470FFAB3D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ADBE13-3AC4-E794-3078-6BD385A7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0C6CCF-F8C9-0DA9-DF1A-1B0720361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5326FB-83E0-FAA1-C336-5E07962F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988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C0E46-3F4C-70BF-EC90-5EE2B242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83E13F-9A7A-B4B9-4F9B-40B597D0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6FD2CB7-BEA4-C915-BE85-8523AB26A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271DB1-A2FD-F94A-2AEB-CFCA14393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6855EBB-A459-71CC-C3CF-8EF17BF6A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CFCB5BC-9A89-C876-1E6B-24EC8760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35B1B0A-1DD1-62DE-0227-8E6133E0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80FDD-F421-0B77-F972-FFB05CBE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43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906427-E5D9-0A04-1469-8F53756D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0B1325-A670-817F-E56B-0EE253C74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E0D85-0454-FC4B-30A7-E353FA48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975183-FC32-265C-1FA7-3C1A46C8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449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FBBE485-F080-7B7D-0FC6-3EF31AF4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78FB17C-FB34-2A64-1830-DF737FE4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983E3C-79D1-96B1-EC35-7BD60F7D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92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41A87-2326-C84C-FE79-6EFD8EB6F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7B51F2-40F7-979F-F344-BF6A7D929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3BC5C1-9E96-C894-2385-4B09576DE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0836F2-5D7D-62E3-1BD2-A0A27158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8AF075-33B5-B54C-530B-9F27CA05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F631E40-24F3-5358-4C62-4A18A48E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02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9E1B3-990A-5B1E-72AB-C9C5768D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85308BF-6EF5-28C2-5C79-CAB9C770F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F8CA30D-E787-5AD0-49EE-94176D3F0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8EEE14-8F72-D37B-E12C-6F6893C4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ACA8BF-1531-0FD5-3DF1-FD1FEA4C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8C849F-2A86-A0A7-C17F-9DEA1E41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31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499B7-56C4-FF1D-03AD-520B4B31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C07BC84-D902-B664-E812-C05B89180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861579-0679-542A-9F57-FAFD556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6C3D49-B94F-3709-842E-47AB8059F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33EB28-FC92-9FB1-C4CE-6D2DAB05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94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9924BD-63B9-4BAB-C568-DF667DB7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1B4A5F-F42B-C5BA-15EF-FA7C1A99B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CD61CB-149E-FD78-9657-8BABC850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303697-9A75-A761-D1E1-CE83ECA0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3D8711-D41A-E059-1D54-DF031F43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2397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4030A2-FCD7-61B3-4B2A-F4241BBF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2F8B11-F699-F000-4CF1-3E940AC3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BCB91C-960D-3544-29CD-8C63B9030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52F55-62C3-4336-8673-2BBDEB7DAE43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01CE5E-516B-FD28-3759-3B4C8AD54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E4048C-07EF-4E94-EF70-81A7E1C41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9393C-0543-40E1-9ED8-32170071DB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858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ACBFE94D-4E09-48CF-0FE8-36A20CF0A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253331"/>
            <a:ext cx="5801784" cy="4351338"/>
          </a:xfr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D7369D99-A18C-DDCC-C0FB-6420B1CE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Optimised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0414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210C9-C500-A030-7D15-F287FF00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Snow</a:t>
            </a:r>
          </a:p>
        </p:txBody>
      </p:sp>
      <p:pic>
        <p:nvPicPr>
          <p:cNvPr id="11" name="Inhaltsplatzhalter 10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D32ECAFB-E21A-7056-9EE1-58D302B63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769073"/>
            <a:ext cx="3690408" cy="2767806"/>
          </a:xfrm>
        </p:spPr>
      </p:pic>
      <p:pic>
        <p:nvPicPr>
          <p:cNvPr id="13" name="Grafik 1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8E0DF209-FE40-F773-AEEA-75F2B4201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796" y="1769073"/>
            <a:ext cx="3690408" cy="2767806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C2026B4-44A7-879B-6ED4-FF1BDDF217E7}"/>
              </a:ext>
            </a:extLst>
          </p:cNvPr>
          <p:cNvSpPr txBox="1"/>
          <p:nvPr/>
        </p:nvSpPr>
        <p:spPr>
          <a:xfrm>
            <a:off x="1488016" y="4724400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Snw_att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4C58C9B-99F4-8376-54E8-A9D0DFD4373B}"/>
              </a:ext>
            </a:extLst>
          </p:cNvPr>
          <p:cNvSpPr txBox="1"/>
          <p:nvPr/>
        </p:nvSpPr>
        <p:spPr>
          <a:xfrm>
            <a:off x="9822392" y="4724400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Snw_amf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96B4912-5204-E6FA-9291-FDF02621F116}"/>
              </a:ext>
            </a:extLst>
          </p:cNvPr>
          <p:cNvSpPr txBox="1"/>
          <p:nvPr/>
        </p:nvSpPr>
        <p:spPr>
          <a:xfrm>
            <a:off x="5511271" y="4724400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Snw_pmf</a:t>
            </a:r>
            <a:endParaRPr lang="de-DE" dirty="0"/>
          </a:p>
        </p:txBody>
      </p:sp>
      <p:pic>
        <p:nvPicPr>
          <p:cNvPr id="20" name="Grafik 19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66A3E4D1-6E2E-25FC-9915-7C8845880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742" y="1769073"/>
            <a:ext cx="3690408" cy="276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9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8B7C67-1C3E-C756-6B2C-B826C954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Soil</a:t>
            </a:r>
          </a:p>
        </p:txBody>
      </p:sp>
      <p:pic>
        <p:nvPicPr>
          <p:cNvPr id="5" name="Inhaltsplatzhalter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C88C8381-7B58-C0EB-C1A9-C5AF9EA38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616" y="1190142"/>
            <a:ext cx="3134784" cy="2351088"/>
          </a:xfrm>
        </p:spPr>
      </p:pic>
      <p:pic>
        <p:nvPicPr>
          <p:cNvPr id="7" name="Grafik 6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26B4B96B-E9ED-70C3-637C-D1347E6C4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208" y="1190142"/>
            <a:ext cx="3134784" cy="2351088"/>
          </a:xfrm>
          <a:prstGeom prst="rect">
            <a:avLst/>
          </a:prstGeom>
        </p:spPr>
      </p:pic>
      <p:pic>
        <p:nvPicPr>
          <p:cNvPr id="9" name="Grafik 8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AC0A5415-771F-E131-335F-7797EB5D5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250" y="3838858"/>
            <a:ext cx="3057150" cy="2292863"/>
          </a:xfrm>
          <a:prstGeom prst="rect">
            <a:avLst/>
          </a:prstGeom>
        </p:spPr>
      </p:pic>
      <p:pic>
        <p:nvPicPr>
          <p:cNvPr id="11" name="Grafik 10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AC53741-3510-0CD2-F117-68AD251F02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024" y="3838857"/>
            <a:ext cx="3057151" cy="229286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6DEB8F3-1D44-CBFF-3FF1-7A5DC8DAABC9}"/>
              </a:ext>
            </a:extLst>
          </p:cNvPr>
          <p:cNvSpPr txBox="1"/>
          <p:nvPr/>
        </p:nvSpPr>
        <p:spPr>
          <a:xfrm>
            <a:off x="4514680" y="1996354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Slo_dth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4E86AEA-E8B6-DC48-E0F7-795888122212}"/>
              </a:ext>
            </a:extLst>
          </p:cNvPr>
          <p:cNvSpPr txBox="1"/>
          <p:nvPr/>
        </p:nvSpPr>
        <p:spPr>
          <a:xfrm>
            <a:off x="9404731" y="4913290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Slo_bt0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84D79EE-8F31-88D2-F218-CC5E4C0D88A8}"/>
              </a:ext>
            </a:extLst>
          </p:cNvPr>
          <p:cNvSpPr txBox="1"/>
          <p:nvPr/>
        </p:nvSpPr>
        <p:spPr>
          <a:xfrm>
            <a:off x="9404731" y="1996354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Slo_pwp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8AD4734-75CE-3C04-FA67-B25F17B36E87}"/>
              </a:ext>
            </a:extLst>
          </p:cNvPr>
          <p:cNvSpPr txBox="1"/>
          <p:nvPr/>
        </p:nvSpPr>
        <p:spPr>
          <a:xfrm>
            <a:off x="4322656" y="4913290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Slo_fcy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988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460C47-3127-294F-BAFC-5C26F3B4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10E0C441-657B-47C5-320E-1B94A0A9F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00" y="2074736"/>
            <a:ext cx="4110948" cy="3083211"/>
          </a:xfrm>
        </p:spPr>
      </p:pic>
      <p:pic>
        <p:nvPicPr>
          <p:cNvPr id="7" name="Grafik 6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56BC257C-9CBD-5026-F402-E4A2734FC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08" y="2074736"/>
            <a:ext cx="4110948" cy="308321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632EB7E-849C-4450-4233-FD7AB6034D57}"/>
              </a:ext>
            </a:extLst>
          </p:cNvPr>
          <p:cNvSpPr txBox="1"/>
          <p:nvPr/>
        </p:nvSpPr>
        <p:spPr>
          <a:xfrm>
            <a:off x="1990936" y="5357329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Urr_dth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5A7581C-8F13-D2BB-1BEF-2D2D27EC45A0}"/>
              </a:ext>
            </a:extLst>
          </p:cNvPr>
          <p:cNvSpPr txBox="1"/>
          <p:nvPr/>
        </p:nvSpPr>
        <p:spPr>
          <a:xfrm>
            <a:off x="8480128" y="5357329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Lrr_dth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49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D8118-CF4E-60BC-4C19-F5B1B16B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BD1495B4-077B-5546-01FF-0D379E5B11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24" y="444881"/>
            <a:ext cx="3370284" cy="2527713"/>
          </a:xfrm>
        </p:spPr>
      </p:pic>
      <p:pic>
        <p:nvPicPr>
          <p:cNvPr id="7" name="Grafik 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C67AF829-A3E9-1C7B-8296-3D67A1085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720" y="444881"/>
            <a:ext cx="3370284" cy="2527713"/>
          </a:xfrm>
          <a:prstGeom prst="rect">
            <a:avLst/>
          </a:prstGeom>
        </p:spPr>
      </p:pic>
      <p:pic>
        <p:nvPicPr>
          <p:cNvPr id="9" name="Grafik 8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0DEB22E7-1467-70EA-44DD-24A3D0D5B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54" y="444881"/>
            <a:ext cx="3370284" cy="2527713"/>
          </a:xfrm>
          <a:prstGeom prst="rect">
            <a:avLst/>
          </a:prstGeom>
        </p:spPr>
      </p:pic>
      <p:pic>
        <p:nvPicPr>
          <p:cNvPr id="11" name="Grafik 10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F1C07E3-F9CD-9D14-CD8C-FC5A1BF2E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24" y="3429000"/>
            <a:ext cx="3370284" cy="2527713"/>
          </a:xfrm>
          <a:prstGeom prst="rect">
            <a:avLst/>
          </a:prstGeom>
        </p:spPr>
      </p:pic>
      <p:pic>
        <p:nvPicPr>
          <p:cNvPr id="13" name="Grafik 1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98C1C677-93E2-B4CF-6E0A-701ADF2181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720" y="3428999"/>
            <a:ext cx="3370284" cy="2527713"/>
          </a:xfrm>
          <a:prstGeom prst="rect">
            <a:avLst/>
          </a:prstGeom>
        </p:spPr>
      </p:pic>
      <p:pic>
        <p:nvPicPr>
          <p:cNvPr id="15" name="Grafik 1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6FD9399F-63B0-46CD-BC44-FD08B0D0B0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794" y="3428999"/>
            <a:ext cx="3230885" cy="2423164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F4B11A82-F474-0D84-BDA4-390BF35F41FC}"/>
              </a:ext>
            </a:extLst>
          </p:cNvPr>
          <p:cNvSpPr txBox="1"/>
          <p:nvPr/>
        </p:nvSpPr>
        <p:spPr>
          <a:xfrm>
            <a:off x="1835488" y="3016131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Urr_wsr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B16826C-C58C-0D10-7EBA-53775BF9D1C4}"/>
              </a:ext>
            </a:extLst>
          </p:cNvPr>
          <p:cNvSpPr txBox="1"/>
          <p:nvPr/>
        </p:nvSpPr>
        <p:spPr>
          <a:xfrm>
            <a:off x="1584028" y="6178804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Urr_tdr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141C3D1-9E66-85EC-1DE0-C6D3B29943B6}"/>
              </a:ext>
            </a:extLst>
          </p:cNvPr>
          <p:cNvSpPr txBox="1"/>
          <p:nvPr/>
        </p:nvSpPr>
        <p:spPr>
          <a:xfrm>
            <a:off x="5526616" y="3059667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Urr_ulc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F8AE92A-2254-09A6-7379-FBE73B6FF16A}"/>
              </a:ext>
            </a:extLst>
          </p:cNvPr>
          <p:cNvSpPr txBox="1"/>
          <p:nvPr/>
        </p:nvSpPr>
        <p:spPr>
          <a:xfrm>
            <a:off x="9300019" y="3059667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Urr_tdh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AB10F92-2BE1-9351-E060-1B2482051A10}"/>
              </a:ext>
            </a:extLst>
          </p:cNvPr>
          <p:cNvSpPr txBox="1"/>
          <p:nvPr/>
        </p:nvSpPr>
        <p:spPr>
          <a:xfrm>
            <a:off x="5555783" y="6150221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Urr_ndr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C0E6058-391E-BFDF-96D7-0F8A3BBA5020}"/>
              </a:ext>
            </a:extLst>
          </p:cNvPr>
          <p:cNvSpPr txBox="1"/>
          <p:nvPr/>
        </p:nvSpPr>
        <p:spPr>
          <a:xfrm>
            <a:off x="9300019" y="6158611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Urr_uct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17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D51A1-107F-A1BB-A20B-F2A6DCB7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15B1323E-B8F9-14F6-F55A-FF5A9F4DC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92" y="1956539"/>
            <a:ext cx="3507444" cy="2630583"/>
          </a:xfrm>
        </p:spPr>
      </p:pic>
      <p:pic>
        <p:nvPicPr>
          <p:cNvPr id="7" name="Grafik 6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809D04CD-6FCA-CB2E-86E2-DC55A2FE7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864" y="1777623"/>
            <a:ext cx="3745998" cy="280949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13B295C-20A3-FFDB-2705-74D31DE6A626}"/>
              </a:ext>
            </a:extLst>
          </p:cNvPr>
          <p:cNvSpPr txBox="1"/>
          <p:nvPr/>
        </p:nvSpPr>
        <p:spPr>
          <a:xfrm>
            <a:off x="2836756" y="5035804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Lrr_dre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F90B98C-D7E7-9638-361A-90ED19F43ECB}"/>
              </a:ext>
            </a:extLst>
          </p:cNvPr>
          <p:cNvSpPr txBox="1"/>
          <p:nvPr/>
        </p:nvSpPr>
        <p:spPr>
          <a:xfrm>
            <a:off x="8393260" y="5035804"/>
            <a:ext cx="136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Lrr_dct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002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Breitbild</PresentationFormat>
  <Paragraphs>20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Optimised</vt:lpstr>
      <vt:lpstr>Snow</vt:lpstr>
      <vt:lpstr>Soil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Olander</dc:creator>
  <cp:lastModifiedBy>Vincent Olander</cp:lastModifiedBy>
  <cp:revision>5</cp:revision>
  <dcterms:created xsi:type="dcterms:W3CDTF">2025-11-01T21:03:45Z</dcterms:created>
  <dcterms:modified xsi:type="dcterms:W3CDTF">2025-11-03T21:48:22Z</dcterms:modified>
</cp:coreProperties>
</file>